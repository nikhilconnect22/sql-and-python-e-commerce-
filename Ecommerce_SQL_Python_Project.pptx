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365760"/>
            <a:ext cx="2743200" cy="2743200"/>
          </a:xfrm>
          <a:prstGeom prst="ellipse">
            <a:avLst/>
          </a:prstGeom>
          <a:solidFill>
            <a:srgbClr val="2E3B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Data Analysis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customer, sales, and revenue insights by combining relational database queries with Python analytics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python_sql_ecommerce.ipynb   |   MySQL  ·  pandas  ·  matplotlib  · 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of customers, orders, payments, and products — queried with SQL and analyzed with Python.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671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customers, orders, order items, payments, products, and sellers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86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SQL query results into DataFrames for cleaning, joining, and aggregation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trends — bar charts, category sales, and monthly order counts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218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Python and MySQL to execute queries and fetch results directly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mysql.connector opens a session to the local “ecommerce” MySQL database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3375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6532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65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SELECT / JOIN / GROUP BY statements answer a specific business question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3375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9904" y="210312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27164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271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cur.fetchall() results are loaded into a pandas DataFrame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33375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860536" y="210312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97796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977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97696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43416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render the DataFrame as a chart or summary table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in the notebook follows this same connect → query → load → visualize pattern.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Answered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SQL-driven questions across customers, sales, and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434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cities where customers are located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in 2017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per product category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paid in installments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state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month in 2018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products per order, by city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97880" y="160020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874520"/>
            <a:ext cx="4434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revenue by product category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purchase-frequency correlation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seller, ranked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of order values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monthly sales per year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sales growth rate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customer retention rate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customers by spend, per year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findings pulled from the notebook's query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45,101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in 2017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965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834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paid in installments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78308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9659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+20.0%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834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sales growth, 2017 → 2018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062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74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top category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(Bed, Table &amp; Bath)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402336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42062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074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price vs. purchase count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402336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2631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42062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074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highest-spending customers surfaced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MySQL server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“ecommerce” database loaded with the source tables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pandas matplotlib seaborn mysql-connector-python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5760720" cy="4937760"/>
          </a:xfrm>
          <a:prstGeom prst="roundRect">
            <a:avLst>
              <a:gd name="adj" fmla="val 185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1722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2860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mysql.connector.connect(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host="localhost",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username="root",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password="12345",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database="ecommerce"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 = db.cursor()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5394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python_sql_ecommerce.ipynb in Jupyter and run all cells.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337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queries, and visualizations available in python_sql_ecommerce.ipynb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2026-09-06T10:04:01Z</dcterms:created>
  <dcterms:modified xsi:type="dcterms:W3CDTF">2026-09-06T10:04:01Z</dcterms:modified>
</cp:coreProperties>
</file>